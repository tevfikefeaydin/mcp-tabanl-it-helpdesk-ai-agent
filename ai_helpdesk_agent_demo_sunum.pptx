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Acilis. Projenin gercek sistemlere baglanmayan, local ve guvenli bir konsept prototipi oldugunu vurgula.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[Tekrar Eden Ticket Yuku]</a:t>
            </a:r>
          </a:p>
          <a:p/>
          <a:p>
            <a:r>
              <a:t>KONUSMA NOTU:</a:t>
            </a:r>
          </a:p>
          <a:p>
            <a:r>
              <a:t>Bilgi islem personelinin gununun onemli bir kismi bu tur basit ama tekrar eden ticketlarla geciyor. Sorumuz: bu surecin ne kadarini yapay zeka guvenli sekilde ustlenebilir?</a:t>
            </a:r>
          </a:p>
          <a:p/>
          <a:p>
            <a:r>
              <a:t>DEMO EKRANI:</a:t>
            </a:r>
          </a:p>
          <a:p>
            <a:r>
              <a:t>Uygulamayi ac -&gt; sol paneldeki Ticket dropdown'i goster (8 ornek ticket).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[AI Agent + Ticket Automation]</a:t>
            </a:r>
          </a:p>
          <a:p/>
          <a:p>
            <a:r>
              <a:t>KONUSMA NOTU:</a:t>
            </a:r>
          </a:p>
          <a:p>
            <a:r>
              <a:t>Bu bir sohbet botu degil, gercek bir IT ticket otomasyon prototipi. Agent ticketi bastan sona bir helpdesk uzmani gibi ele aliyor ve ancak guvenliyse aksiyon aliyor.</a:t>
            </a:r>
          </a:p>
          <a:p/>
          <a:p>
            <a:r>
              <a:t>DEMO EKRANI:</a:t>
            </a:r>
          </a:p>
          <a:p>
            <a:r>
              <a:t>TCK-001 sec -&gt; sol panelde Analyze / Run / Reply / Close / Reset butonlari.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[MCP ve Tool Calling Nedir?]</a:t>
            </a:r>
          </a:p>
          <a:p/>
          <a:p>
            <a:r>
              <a:t>KONUSMA NOTU:</a:t>
            </a:r>
          </a:p>
          <a:p>
            <a:r>
              <a:t>MCP, yapay zeka ile araclar arasindaki koprudur. Kritik ilke: AI dogrudan dosya sistemine veya sunuculara erisemez; sadece bizim tanimladigimiz sinirli ve guvenli tool'lari cagirabilir.</a:t>
            </a:r>
          </a:p>
          <a:p/>
          <a:p>
            <a:r>
              <a:t>DEMO EKRANI:</a:t>
            </a:r>
          </a:p>
          <a:p>
            <a:r>
              <a:t>TCK-001 -&gt; Analyze Ticket -&gt; AI Analysis'te 'Selected Tool' alanini goster.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[Sistem Mimarisi — Akis Diyagrami]</a:t>
            </a:r>
          </a:p>
          <a:p/>
          <a:p>
            <a:r>
              <a:t>KONUSMA NOTU:</a:t>
            </a:r>
          </a:p>
          <a:p>
            <a:r>
              <a:t>Mimari modulerdir; her katmanin tek sorumlulugu var. En onemli detay: AI ne siniflandirirsa siniflandirsin, risk karari her zaman bagimsiz Risk Engine tarafindan yeniden dogrulanir. Bu diyagram, isteklerin nasil katman katman guvenlik kapilarindan gectigini gosterir.</a:t>
            </a:r>
          </a:p>
          <a:p/>
          <a:p>
            <a:r>
              <a:t>DEMO EKRANI:</a:t>
            </a:r>
          </a:p>
          <a:p>
            <a:r>
              <a:t>AI Analysis bolumunu tam goster: Category, Intent, Risk Level, Confidence, Reasoning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[Guvenlik: Kontrollu Yetenek]</a:t>
            </a:r>
          </a:p>
          <a:p/>
          <a:p>
            <a:r>
              <a:t>KONUSMA NOTU:</a:t>
            </a:r>
          </a:p>
          <a:p>
            <a:r>
              <a:t>Bu slayt projenin kalbi. AI agent'larla ilgili en buyuk endise kontrolsuz erisim. Biz bunu tasarimla cozduk: yuksek riskli hicbir islem otomatik calismaz, dosya silme yetenegi hic yok. Mesele guc vermek degil, kontrollu guc vermek.</a:t>
            </a:r>
          </a:p>
          <a:p/>
          <a:p>
            <a:r>
              <a:t>DEMO EKRANI:</a:t>
            </a:r>
          </a:p>
          <a:p>
            <a:r>
              <a:t>TCK-008 (admin yetkisi) -&gt; Analyze -&gt; Run Safe Action -&gt; Blocked uyarisini goster.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[Mail Eki -&gt; Masaustu (Basari)]</a:t>
            </a:r>
          </a:p>
          <a:p/>
          <a:p>
            <a:r>
              <a:t>KONUSMA NOTU:</a:t>
            </a:r>
          </a:p>
          <a:p>
            <a:r>
              <a:t>Uctan uca basarili bir akis. Dikkat: dosya gercekten fake masaustu klasorune kopyalaniyor, cevap otomatik uretiliyor, ticket kapaniyor ve hepsi loglaniyor.</a:t>
            </a:r>
          </a:p>
          <a:p/>
          <a:p>
            <a:r>
              <a:t>DEMO EKRANI:</a:t>
            </a:r>
          </a:p>
          <a:p>
            <a:r>
              <a:t>TCK-001 -&gt; Analyze -&gt; Run Safe Action -&gt; Generate Reply -&gt; Close Ticket. Demo Environment Preview'da dosyanin masaustunde belirdigini goster.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[AI Ne Zaman DURUR?]</a:t>
            </a:r>
          </a:p>
          <a:p/>
          <a:p>
            <a:r>
              <a:t>KONUSMA NOTU:</a:t>
            </a:r>
          </a:p>
          <a:p>
            <a:r>
              <a:t>Iyi bir agent, ne zaman duracagini bilen agent'tir. TCK-002'de AI tahmin yurutmuyor, kullaniciya soruyor. TCK-004'te sadece okuyor, hicbir sey degistirmiyor. Bu guvenli otomasyonun temel ilkesi.</a:t>
            </a:r>
          </a:p>
          <a:p/>
          <a:p>
            <a:r>
              <a:t>DEMO EKRANI:</a:t>
            </a:r>
          </a:p>
          <a:p>
            <a:r>
              <a:t>TCK-002 -&gt; Analyze -&gt; Run (clarification cikar). Sonra TCK-004 -&gt; Analyze -&gt; Run (Mock ERP status: 100234 = Open).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[Her Ortamda Calisan Demo]</a:t>
            </a:r>
          </a:p>
          <a:p/>
          <a:p>
            <a:r>
              <a:t>KONUSMA NOTU:</a:t>
            </a:r>
          </a:p>
          <a:p>
            <a:r>
              <a:t>Sunum ortaminda internet ya da GPU olmayabilir. Bu yuzden sistemi iki modlu tasarladim: Ollama varsa gercek LLM, yoksa kural tabanli mod. Demo her ortamda ayni sekilde calisiyor.</a:t>
            </a:r>
          </a:p>
          <a:p/>
          <a:p>
            <a:r>
              <a:t>DEMO EKRANI:</a:t>
            </a:r>
          </a:p>
          <a:p>
            <a:r>
              <a:t>Sayfa ustundeki AI Motoru rozetini goster. Reset Demo Data ile demoyu sifirla.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[Konsepten Gercek Sisteme]</a:t>
            </a:r>
          </a:p>
          <a:p/>
          <a:p>
            <a:r>
              <a:t>KONUSMA NOTU:</a:t>
            </a:r>
          </a:p>
          <a:p>
            <a:r>
              <a:t>Bu bir konsept prototipi; amac fikri ve guvenlik mimarisini gostermek. Ayni yapi gelecekte gercek ticket sistemi, Graph, Intune/SCCM ve SAP/ERP ile entegre edilebilir; cunku tool tabanli mimari tam da bunun icin tasarlandi. Tesekkurler.</a:t>
            </a:r>
          </a:p>
          <a:p/>
          <a:p>
            <a:r>
              <a:t>DEMO EKRANI:</a:t>
            </a:r>
          </a:p>
          <a:p>
            <a:r>
              <a:t>Kapanis. Soru-cevapta merak edilen ticket'i canli gosterebilirsin.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STAJ SUNUMU  //  KLIMASAN  //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MCP-Based AI Helpdesk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Agent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Yapay Zeka Destekli, Guvenli ve Local IT Ticket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AFC2D6"/>
                </a:solidFill>
                <a:latin typeface="Calibri"/>
              </a:rPr>
              <a:t>Gercek sirket verisi kullanilmadi  •  Tamamen local &amp; guvenli  •  Konsept prototipi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Hazirlayan: Tevfik Efe Aydin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1371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"/>
            <a:ext cx="1828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2DD4B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56032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PROBLEM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Tekrar Eden Ticket Yuku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67665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Ticketlarin buyuk kismi standart ve tekrar eden taleplerdir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Ornek: mail eki tasima, yazici sorunu, VPN, disk dolu, program kontrolu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Her ticket: oku - anla - kontrol et - islemi yap - cevap yaz - kapat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Bu dongu zaman alir ve otomasyona cok uygundur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691640"/>
            <a:ext cx="41148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691640"/>
            <a:ext cx="411480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874519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48F86"/>
                </a:solidFill>
                <a:latin typeface="Calibri"/>
              </a:rPr>
              <a:t>KONUSMA NOTU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240280"/>
            <a:ext cx="35661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5B6B7E"/>
                </a:solidFill>
                <a:latin typeface="Calibri"/>
              </a:rPr>
              <a:t>Bilgi islem personelinin gununun onemli bir kismi bu tur basit ama tekrar eden ticketlarla geciyor. Sorumuz: bu surecin ne kadarini yapay zeka guvenli sekilde ustlenebilir?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4892040"/>
            <a:ext cx="3566160" cy="18288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50292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48F86"/>
                </a:solidFill>
                <a:latin typeface="Calibri"/>
              </a:rPr>
              <a:t>DEMO EKRANI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539496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1A222E"/>
                </a:solidFill>
                <a:latin typeface="Calibri"/>
              </a:rPr>
              <a:t>Uygulamayi ac -&gt; sol paneldeki Ticket dropdown'i goster (8 ornek ticket).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1371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"/>
            <a:ext cx="1828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2DD4B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56032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COZUM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AI Agent + Ticket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67665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AI Agent ticketi okur ve niyetini (intent) anlar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Kategori ve risk seviyesini belirler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Eksik bilgi varsa clarification sorusu uretir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Uygun tool'u secer, guvenliyse islemi yapar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Cevap taslagi uretir, audit log tutar, ticket'i kapatir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691640"/>
            <a:ext cx="41148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691640"/>
            <a:ext cx="411480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874519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48F86"/>
                </a:solidFill>
                <a:latin typeface="Calibri"/>
              </a:rPr>
              <a:t>KONUSMA NOTU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240280"/>
            <a:ext cx="35661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5B6B7E"/>
                </a:solidFill>
                <a:latin typeface="Calibri"/>
              </a:rPr>
              <a:t>Bu bir sohbet botu degil, gercek bir IT ticket otomasyon prototipi. Agent ticketi bastan sona bir helpdesk uzmani gibi ele aliyor ve ancak guvenliyse aksiyon aliyor.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4892040"/>
            <a:ext cx="3566160" cy="18288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50292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48F86"/>
                </a:solidFill>
                <a:latin typeface="Calibri"/>
              </a:rPr>
              <a:t>DEMO EKRANI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539496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1A222E"/>
                </a:solidFill>
                <a:latin typeface="Calibri"/>
              </a:rPr>
              <a:t>TCK-001 sec -&gt; sol panelde Analyze / Run / Reply / Close / Reset butonlari.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1371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"/>
            <a:ext cx="1828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2DD4B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56032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KAVRAM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MCP ve Tool Calling Nedir?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67665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MCP: AI'nin dis araclara standart sozlesme ile eristigi mimari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Bu demoda gercek MCP server yok - MCP mantigi simule edildi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Her tool ayri fonksiyon, standart girdi/cikti sozlesmesi var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AI sinirsiz erisemez; yalnizca tanimli tool'lari cagirir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Ornek: search_mailbox, copy_attachment_to_desktop, check_mock_erp_order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691640"/>
            <a:ext cx="41148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691640"/>
            <a:ext cx="411480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874519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48F86"/>
                </a:solidFill>
                <a:latin typeface="Calibri"/>
              </a:rPr>
              <a:t>KONUSMA NOTU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240280"/>
            <a:ext cx="35661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5B6B7E"/>
                </a:solidFill>
                <a:latin typeface="Calibri"/>
              </a:rPr>
              <a:t>MCP, yapay zeka ile araclar arasindaki koprudur. Kritik ilke: AI dogrudan dosya sistemine veya sunuculara erisemez; sadece bizim tanimladigimiz sinirli ve guvenli tool'lari cagirabilir.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4892040"/>
            <a:ext cx="3566160" cy="18288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50292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48F86"/>
                </a:solidFill>
                <a:latin typeface="Calibri"/>
              </a:rPr>
              <a:t>DEMO EKRANI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539496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1A222E"/>
                </a:solidFill>
                <a:latin typeface="Calibri"/>
              </a:rPr>
              <a:t>TCK-001 -&gt; Analyze Ticket -&gt; AI Analysis'te 'Selected Tool' alanini goster.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1371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"/>
            <a:ext cx="1828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2DD4B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56032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MIMARI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Sistem Mimarisi — Akis Diyagrami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572768"/>
            <a:ext cx="3044952" cy="475488"/>
          </a:xfrm>
          <a:prstGeom prst="round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Kullanici / Ticket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89320" y="2066543"/>
            <a:ext cx="201168" cy="219456"/>
          </a:xfrm>
          <a:prstGeom prst="downArrow">
            <a:avLst/>
          </a:prstGeom>
          <a:solidFill>
            <a:srgbClr val="14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0" y="2304288"/>
            <a:ext cx="7616952" cy="512064"/>
          </a:xfrm>
          <a:prstGeom prst="roundRect">
            <a:avLst/>
          </a:prstGeom>
          <a:solidFill>
            <a:srgbClr val="14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Streamlit UI  (app.py)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89320" y="2834640"/>
            <a:ext cx="201168" cy="219456"/>
          </a:xfrm>
          <a:prstGeom prst="downArrow">
            <a:avLst/>
          </a:prstGeom>
          <a:solidFill>
            <a:srgbClr val="14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86000" y="3072384"/>
            <a:ext cx="7616952" cy="786384"/>
          </a:xfrm>
          <a:prstGeom prst="round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AI Agent  (ai_agent.py)</a:t>
            </a:r>
          </a:p>
          <a:p>
            <a:pPr algn="ctr"/>
            <a:r>
              <a:rPr sz="1200" b="0">
                <a:solidFill>
                  <a:srgbClr val="AFC2D6"/>
                </a:solidFill>
                <a:latin typeface="Calibri"/>
              </a:rPr>
              <a:t>intent + kategori + tool secimi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200400"/>
            <a:ext cx="1600200" cy="25603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0F1B2D"/>
                </a:solidFill>
                <a:latin typeface="Calibri"/>
              </a:rPr>
              <a:t>Ollama (varsa)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200400"/>
            <a:ext cx="1600200" cy="256032"/>
          </a:xfrm>
          <a:prstGeom prst="roundRect">
            <a:avLst/>
          </a:prstGeom>
          <a:solidFill>
            <a:srgbClr val="C9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0F1B2D"/>
                </a:solidFill>
                <a:latin typeface="Calibri"/>
              </a:rPr>
              <a:t>Rule-based fallback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231136" y="3877056"/>
            <a:ext cx="201168" cy="219456"/>
          </a:xfrm>
          <a:prstGeom prst="downArrow">
            <a:avLst/>
          </a:prstGeom>
          <a:solidFill>
            <a:srgbClr val="14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5989320" y="3877056"/>
            <a:ext cx="201168" cy="219456"/>
          </a:xfrm>
          <a:prstGeom prst="downArrow">
            <a:avLst/>
          </a:prstGeom>
          <a:solidFill>
            <a:srgbClr val="14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9729216" y="3877056"/>
            <a:ext cx="201168" cy="219456"/>
          </a:xfrm>
          <a:prstGeom prst="downArrow">
            <a:avLst/>
          </a:prstGeom>
          <a:solidFill>
            <a:srgbClr val="14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4114800"/>
            <a:ext cx="3383280" cy="91440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Risk Engine</a:t>
            </a:r>
          </a:p>
          <a:p>
            <a:pPr algn="ctr"/>
            <a:r>
              <a:rPr sz="1000" b="0">
                <a:solidFill>
                  <a:srgbClr val="F2C9C9"/>
                </a:solidFill>
                <a:latin typeface="Calibri"/>
              </a:rPr>
              <a:t>Low / Medium / High  ·  High=blocked, Medium=onay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98264" y="4114800"/>
            <a:ext cx="3383280" cy="91440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MCP Tools  (11 simule)</a:t>
            </a:r>
          </a:p>
          <a:p>
            <a:pPr algn="ctr"/>
            <a:r>
              <a:rPr sz="1000" b="0">
                <a:solidFill>
                  <a:srgbClr val="B9EEE7"/>
                </a:solidFill>
                <a:latin typeface="Calibri"/>
              </a:rPr>
              <a:t>AI yalnizca tanimli tool'lari cagirir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4114800"/>
            <a:ext cx="3383280" cy="914400"/>
          </a:xfrm>
          <a:prstGeom prst="round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Response Gen + Audit Logger</a:t>
            </a:r>
          </a:p>
          <a:p>
            <a:pPr algn="ctr"/>
            <a:r>
              <a:rPr sz="950" b="0">
                <a:solidFill>
                  <a:srgbClr val="AFC2D6"/>
                </a:solidFill>
                <a:latin typeface="Calibri"/>
              </a:rPr>
              <a:t>Turkce cevap + JSONL log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374136" y="5065776"/>
            <a:ext cx="201168" cy="201168"/>
          </a:xfrm>
          <a:prstGeom prst="downArrow">
            <a:avLst/>
          </a:prstGeom>
          <a:solidFill>
            <a:srgbClr val="14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8586216" y="5065776"/>
            <a:ext cx="201168" cy="201168"/>
          </a:xfrm>
          <a:prstGeom prst="downArrow">
            <a:avLst/>
          </a:prstGeom>
          <a:solidFill>
            <a:srgbClr val="14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8720" y="5285232"/>
            <a:ext cx="4572000" cy="566928"/>
          </a:xfrm>
          <a:prstGeom prst="roundRect">
            <a:avLst/>
          </a:prstGeom>
          <a:solidFill>
            <a:srgbClr val="14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data/*.json</a:t>
            </a:r>
          </a:p>
          <a:p>
            <a:pPr algn="ctr"/>
            <a:r>
              <a:rPr sz="950" b="0">
                <a:solidFill>
                  <a:srgbClr val="EAF6F4"/>
                </a:solidFill>
                <a:latin typeface="Calibri"/>
              </a:rPr>
              <a:t>ticket · user · printer · ERP · software · KB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285232"/>
            <a:ext cx="4572000" cy="566928"/>
          </a:xfrm>
          <a:prstGeom prst="roundRect">
            <a:avLst/>
          </a:prstGeom>
          <a:solidFill>
            <a:srgbClr val="14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demo_environment/*  (fake)</a:t>
            </a:r>
          </a:p>
          <a:p>
            <a:pPr algn="ctr"/>
            <a:r>
              <a:rPr sz="950" b="0">
                <a:solidFill>
                  <a:srgbClr val="EAF6F4"/>
                </a:solidFill>
                <a:latin typeface="Calibri"/>
              </a:rPr>
              <a:t>fake mailbox · desktop · 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5332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148F86"/>
                </a:solidFill>
                <a:latin typeface="Calibri"/>
              </a:rPr>
              <a:t>Guvenlik kapisi: </a:t>
            </a:r>
            <a:r>
              <a:rPr sz="1100" b="0">
                <a:solidFill>
                  <a:srgbClr val="5B6B7E"/>
                </a:solidFill>
                <a:latin typeface="Calibri"/>
              </a:rPr>
              <a:t>AI dogrudan sistemlere erisemez; her istek Risk Engine'den gecer, yalnizca guvenli tool'lar calisir ve her islem loglanir.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1371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"/>
            <a:ext cx="1828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2DD4B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56032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ANA VURGU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Guvenlik: Kontrollu Yetenek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411480"/>
            <a:ext cx="173736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411480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RISK: 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67665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Gercek sirket verisi kullanilmadi (mail, SAP/ERP, PC yok)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Demo tamamen local ve guvenli - her sey fake klasorlerde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AI sistemlere sinirsiz erisemez, sadece tanimli tool'lari kullanir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Riskli islemler otomatik yapilmaz: High = blocked, Medium = onay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Dosya silme tool'u hic yazilmadi; her islem loglanir (Audit Log)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691640"/>
            <a:ext cx="41148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1691640"/>
            <a:ext cx="411480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874519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48F86"/>
                </a:solidFill>
                <a:latin typeface="Calibri"/>
              </a:rPr>
              <a:t>KONUSMA NOTU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5661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5B6B7E"/>
                </a:solidFill>
                <a:latin typeface="Calibri"/>
              </a:rPr>
              <a:t>Bu slayt projenin kalbi. AI agent'larla ilgili en buyuk endise kontrolsuz erisim. Biz bunu tasarimla cozduk: yuksek riskli hicbir islem otomatik calismaz, dosya silme yetenegi hic yok. Mesele guc vermek degil, kontrollu guc vermek.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4892040"/>
            <a:ext cx="3566160" cy="18288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50292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48F86"/>
                </a:solidFill>
                <a:latin typeface="Calibri"/>
              </a:rPr>
              <a:t>DEMO EKRANI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539496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1A222E"/>
                </a:solidFill>
                <a:latin typeface="Calibri"/>
              </a:rPr>
              <a:t>TCK-008 (admin yetkisi) -&gt; Analyze -&gt; Run Safe Action -&gt; Blocked uyarisini goster.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1371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"/>
            <a:ext cx="1828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2DD4BF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56032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DEMO 1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Mail Eki -&gt; Masaustu (Basari)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411480"/>
            <a:ext cx="173736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411480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RISK: 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67665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TCK-001: 'Maildeki rapor dosyasini masaustume tasir misiniz?'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Kategori: Mail Attachment Transfer, risk: Low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Tool: copy_attachment_to_desktop -&gt; rapor.xlsx kopyalanir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Turkce cevap taslagi uretilir, ticket Resolved olur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Islem Audit Log'a yazilir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691640"/>
            <a:ext cx="41148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1691640"/>
            <a:ext cx="411480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874519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48F86"/>
                </a:solidFill>
                <a:latin typeface="Calibri"/>
              </a:rPr>
              <a:t>KONUSMA NOTU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5661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5B6B7E"/>
                </a:solidFill>
                <a:latin typeface="Calibri"/>
              </a:rPr>
              <a:t>Uctan uca basarili bir akis. Dikkat: dosya gercekten fake masaustu klasorune kopyalaniyor, cevap otomatik uretiliyor, ticket kapaniyor ve hepsi loglaniyor.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4892040"/>
            <a:ext cx="3566160" cy="18288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50292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48F86"/>
                </a:solidFill>
                <a:latin typeface="Calibri"/>
              </a:rPr>
              <a:t>DEMO EKRANI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539496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1A222E"/>
                </a:solidFill>
                <a:latin typeface="Calibri"/>
              </a:rPr>
              <a:t>TCK-001 -&gt; Analyze -&gt; Run Safe Action -&gt; Generate Reply -&gt; Close Ticket. Demo Environment Preview'da dosyanin masaustunde belirdigini goster.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1371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"/>
            <a:ext cx="1828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2DD4BF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56032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DEMO 2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AI Ne Zaman DURUR?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411480"/>
            <a:ext cx="173736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411480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RISK: 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67665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TCK-002: coklu ekli dosya -&gt; AI islem yapmaz, soru sorar (clarification)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TCK-004: ERP uretim emri -&gt; read-only okuma (Mock ERP)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TCK-003 / TCK-005: Medium risk -&gt; 'Approval recommended'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AI belirsizlikte aksiyon almaz, once netlestirme ister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Read-only islemler guvenlidir ama yine de loglanir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691640"/>
            <a:ext cx="41148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1691640"/>
            <a:ext cx="411480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874519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48F86"/>
                </a:solidFill>
                <a:latin typeface="Calibri"/>
              </a:rPr>
              <a:t>KONUSMA NOTU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5661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5B6B7E"/>
                </a:solidFill>
                <a:latin typeface="Calibri"/>
              </a:rPr>
              <a:t>Iyi bir agent, ne zaman duracagini bilen agent'tir. TCK-002'de AI tahmin yurutmuyor, kullaniciya soruyor. TCK-004'te sadece okuyor, hicbir sey degistirmiyor. Bu guvenli otomasyonun temel ilkesi.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4892040"/>
            <a:ext cx="3566160" cy="18288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50292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48F86"/>
                </a:solidFill>
                <a:latin typeface="Calibri"/>
              </a:rPr>
              <a:t>DEMO EKRANI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539496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1A222E"/>
                </a:solidFill>
                <a:latin typeface="Calibri"/>
              </a:rPr>
              <a:t>TCK-002 -&gt; Analyze -&gt; Run (clarification cikar). Sonra TCK-004 -&gt; Analyze -&gt; Run (Mock ERP status: 100234 = Open).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1371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"/>
            <a:ext cx="1828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2DD4BF"/>
                </a:solidFill>
                <a:latin typeface="Calibr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56032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TEKNIK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Her Ortamda Calisan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67665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AI motoru: Ollama local model (varsa) - ornek qwen3:8b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Model yoksa rule-based fallback devreye girer -&gt; demo bozulmaz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Kod moduler: her fonksiyonun tek sorumlulugu var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Hatalar try/except ile yakalanir, yollar pathlib ile yonetilir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Tek komutla calisir: streamlit run app.py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691640"/>
            <a:ext cx="41148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691640"/>
            <a:ext cx="411480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874519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48F86"/>
                </a:solidFill>
                <a:latin typeface="Calibri"/>
              </a:rPr>
              <a:t>KONUSMA NOTU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240280"/>
            <a:ext cx="35661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5B6B7E"/>
                </a:solidFill>
                <a:latin typeface="Calibri"/>
              </a:rPr>
              <a:t>Sunum ortaminda internet ya da GPU olmayabilir. Bu yuzden sistemi iki modlu tasarladim: Ollama varsa gercek LLM, yoksa kural tabanli mod. Demo her ortamda ayni sekilde calisiyor.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4892040"/>
            <a:ext cx="3566160" cy="18288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50292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48F86"/>
                </a:solidFill>
                <a:latin typeface="Calibri"/>
              </a:rPr>
              <a:t>DEMO EKRANI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539496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1A222E"/>
                </a:solidFill>
                <a:latin typeface="Calibri"/>
              </a:rPr>
              <a:t>Sayfa ustundeki AI Motoru rozetini goster. Reset Demo Data ile demoyu sifirla.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1371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"/>
            <a:ext cx="1828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2DD4BF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56032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GELECEK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Konsepten Gercek Sisteme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67665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Ticket sistemi: Jira / ServiceNow / OTRS entegrasyonu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Mail: Microsoft Graph API ile gercek attachment okuma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Endpoint Automation: Intune / SCCM ile cihaz islemleri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SAP / ERP: read-only API entegrasyonu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48F86"/>
                </a:solidFill>
                <a:latin typeface="Calibri"/>
              </a:rPr>
              <a:t>•  </a:t>
            </a:r>
            <a:r>
              <a:rPr sz="1500" b="0">
                <a:solidFill>
                  <a:srgbClr val="1A222E"/>
                </a:solidFill>
                <a:latin typeface="Calibri"/>
              </a:rPr>
              <a:t>Role-based authorization, human approval, SIEM, KPI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691640"/>
            <a:ext cx="41148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691640"/>
            <a:ext cx="411480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874519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48F86"/>
                </a:solidFill>
                <a:latin typeface="Calibri"/>
              </a:rPr>
              <a:t>KONUSMA NOTU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240280"/>
            <a:ext cx="35661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5B6B7E"/>
                </a:solidFill>
                <a:latin typeface="Calibri"/>
              </a:rPr>
              <a:t>Bu bir konsept prototipi; amac fikri ve guvenlik mimarisini gostermek. Ayni yapi gelecekte gercek ticket sistemi, Graph, Intune/SCCM ve SAP/ERP ile entegre edilebilir; cunku tool tabanli mimari tam da bunun icin tasarlandi. Tesekkurler.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4892040"/>
            <a:ext cx="3566160" cy="18288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50292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48F86"/>
                </a:solidFill>
                <a:latin typeface="Calibri"/>
              </a:rPr>
              <a:t>DEMO EKRANI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539496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1A222E"/>
                </a:solidFill>
                <a:latin typeface="Calibri"/>
              </a:rPr>
              <a:t>Kapanis. Soru-cevapta merak edilen ticket'i canli gosterebilirsin.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