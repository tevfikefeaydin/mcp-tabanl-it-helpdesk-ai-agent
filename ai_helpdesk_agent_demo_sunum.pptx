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Acilis. Projenin gercek sistemlere baglanmayan, local ve guvenli bir konsept prototipi oldugunu vurgula.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[Tekrar Eden Ticket Yuku]</a:t>
            </a:r>
          </a:p>
          <a:p/>
          <a:p>
            <a:r>
              <a:t>KONUSMA NOTU:</a:t>
            </a:r>
          </a:p>
          <a:p>
            <a:r>
              <a:t>Bilgi islem personelinin gununun onemli bir kismi bu tur basit ama tekrar eden ticketlarla geciyor. Sorumuz: bu surecin ne kadarini yapay zeka guvenli sekilde ustlenebilir?</a:t>
            </a:r>
          </a:p>
          <a:p/>
          <a:p>
            <a:r>
              <a:t>DEMO EKRANI:</a:t>
            </a:r>
          </a:p>
          <a:p>
            <a:r>
              <a:t>Uygulamayi ac -&gt; sol paneldeki Ticket dropdown'i goster (8 ornek ticket).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 Agent + Ticket Automation]</a:t>
            </a:r>
          </a:p>
          <a:p/>
          <a:p>
            <a:r>
              <a:t>KONUSMA NOTU:</a:t>
            </a:r>
          </a:p>
          <a:p>
            <a:r>
              <a:t>Bu bir sohbet botu degil, gercek bir IT ticket otomasyon prototipi. Agent ticketi bastan sona bir helpdesk uzmani gibi ele aliyor ve ancak guvenliyse aksiyon aliyor.</a:t>
            </a:r>
          </a:p>
          <a:p/>
          <a:p>
            <a:r>
              <a:t>DEMO EKRANI:</a:t>
            </a:r>
          </a:p>
          <a:p>
            <a:r>
              <a:t>TCK-001 sec -&gt; sol panelde Analyze / Run / Reply / Close / Reset butonlari.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[MCP ve Tool Calling Nedir?]</a:t>
            </a:r>
          </a:p>
          <a:p/>
          <a:p>
            <a:r>
              <a:t>KONUSMA NOTU:</a:t>
            </a:r>
          </a:p>
          <a:p>
            <a:r>
              <a:t>MCP, yapay zeka ile araclar arasindaki koprudur. Kritik ilke: AI dogrudan dosya sistemine veya sunuculara erisemez; sadece bizim tanimladigimiz sinirli ve guvenli tool'lari cagirabilir.</a:t>
            </a:r>
          </a:p>
          <a:p/>
          <a:p>
            <a:r>
              <a:t>DEMO EKRANI:</a:t>
            </a:r>
          </a:p>
          <a:p>
            <a:r>
              <a:t>TCK-001 -&gt; Analyze Ticket -&gt; AI Analysis'te 'Selected Tool' alanini goster.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[Sistem Mimarisi]</a:t>
            </a:r>
          </a:p>
          <a:p/>
          <a:p>
            <a:r>
              <a:t>KONUSMA NOTU:</a:t>
            </a:r>
          </a:p>
          <a:p>
            <a:r>
              <a:t>Mimari modulerdir; her katmanin tek sorumlulugu var. En onemli detay: AI ne siniflandirirsa siniflandirsin, risk karari her zaman bagimsiz Risk Engine tarafindan yeniden dogrulanir.</a:t>
            </a:r>
          </a:p>
          <a:p/>
          <a:p>
            <a:r>
              <a:t>DEMO EKRANI:</a:t>
            </a:r>
          </a:p>
          <a:p>
            <a:r>
              <a:t>AI Analysis bolumunu tam goster: Category, Intent, Risk Level, Confidence, Reasoning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[Guvenlik: Kontrollu Yetenek]</a:t>
            </a:r>
          </a:p>
          <a:p/>
          <a:p>
            <a:r>
              <a:t>KONUSMA NOTU:</a:t>
            </a:r>
          </a:p>
          <a:p>
            <a:r>
              <a:t>Bu slayt projenin kalbi. AI agent'larla ilgili en buyuk endise kontrolsuz erisim. Biz bunu tasarimla cozduk: yuksek riskli hicbir islem otomatik calismaz, dosya silme yetenegi hic yok. Mesele guc vermek degil, kontrollu guc vermek.</a:t>
            </a:r>
          </a:p>
          <a:p/>
          <a:p>
            <a:r>
              <a:t>DEMO EKRANI:</a:t>
            </a:r>
          </a:p>
          <a:p>
            <a:r>
              <a:t>TCK-008 (admin yetkisi) -&gt; Analyze -&gt; Run Safe Action -&gt; Blocked uyarisini goster.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[Mail Eki -&gt; Masaustu (Basari)]</a:t>
            </a:r>
          </a:p>
          <a:p/>
          <a:p>
            <a:r>
              <a:t>KONUSMA NOTU:</a:t>
            </a:r>
          </a:p>
          <a:p>
            <a:r>
              <a:t>Uctan uca basarili bir akis. Dikkat: dosya gercekten fake masaustu klasorune kopyalaniyor, cevap otomatik uretiliyor, ticket kapaniyor ve hepsi loglaniyor.</a:t>
            </a:r>
          </a:p>
          <a:p/>
          <a:p>
            <a:r>
              <a:t>DEMO EKRANI:</a:t>
            </a:r>
          </a:p>
          <a:p>
            <a:r>
              <a:t>TCK-001 -&gt; Analyze -&gt; Run Safe Action -&gt; Generate Reply -&gt; Close Ticket. Demo Environment Preview'da dosyanin masaustunde belirdigini goster.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 Ne Zaman DURUR?]</a:t>
            </a:r>
          </a:p>
          <a:p/>
          <a:p>
            <a:r>
              <a:t>KONUSMA NOTU:</a:t>
            </a:r>
          </a:p>
          <a:p>
            <a:r>
              <a:t>Iyi bir agent, ne zaman duracagini bilen agent'tir. TCK-002'de AI tahmin yurutmuyor, kullaniciya soruyor. TCK-004'te sadece okuyor, hicbir sey degistirmiyor. Bu guvenli otomasyonun temel ilkesi.</a:t>
            </a:r>
          </a:p>
          <a:p/>
          <a:p>
            <a:r>
              <a:t>DEMO EKRANI:</a:t>
            </a:r>
          </a:p>
          <a:p>
            <a:r>
              <a:t>TCK-002 -&gt; Analyze -&gt; Run (clarification cikar). Sonra TCK-004 -&gt; Analyze -&gt; Run (Mock ERP status: 100234 = Open).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[Her Ortamda Calisan Demo]</a:t>
            </a:r>
          </a:p>
          <a:p/>
          <a:p>
            <a:r>
              <a:t>KONUSMA NOTU:</a:t>
            </a:r>
          </a:p>
          <a:p>
            <a:r>
              <a:t>Sunum ortaminda internet ya da GPU olmayabilir. Bu yuzden sistemi iki modlu tasarladim: Ollama varsa gercek LLM, yoksa kural tabanli mod. Demo her ortamda ayni sekilde calisiyor.</a:t>
            </a:r>
          </a:p>
          <a:p/>
          <a:p>
            <a:r>
              <a:t>DEMO EKRANI:</a:t>
            </a:r>
          </a:p>
          <a:p>
            <a:r>
              <a:t>Sayfa ustundeki AI Motoru rozetini goster. Reset Demo Data ile demoyu sifirla.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[Konsepten Gercek Sisteme]</a:t>
            </a:r>
          </a:p>
          <a:p/>
          <a:p>
            <a:r>
              <a:t>KONUSMA NOTU:</a:t>
            </a:r>
          </a:p>
          <a:p>
            <a:r>
              <a:t>Bu bir konsept prototipi; amac fikri ve guvenlik mimarisini gostermek. Ayni yapi gelecekte gercek ticket sistemi, Graph, Intune/SCCM ve SAP/ERP ile entegre edilebilir; cunku tool tabanli mimari tam da bunun icin tasarlandi. Tesekkurler.</a:t>
            </a:r>
          </a:p>
          <a:p/>
          <a:p>
            <a:r>
              <a:t>DEMO EKRANI:</a:t>
            </a:r>
          </a:p>
          <a:p>
            <a:r>
              <a:t>Kapanis. Soru-cevapta merak edilen ticket'i canli gosterebilirsin.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STAJ SUNUMU  //  KLIMASAN  //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MCP-Based AI Helpdesk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Agent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>
                <a:solidFill>
                  <a:srgbClr val="2DD4BF"/>
                </a:solidFill>
                <a:latin typeface="Calibri"/>
              </a:rPr>
              <a:t>Yapay Zeka Destekli, Guvenli ve Local IT Ticket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AFC2D6"/>
                </a:solidFill>
                <a:latin typeface="Calibri"/>
              </a:rPr>
              <a:t>Gercek sirket verisi kullanilmadi  •  Tamamen local &amp; guvenli  •  Konsept prototipi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Hazirlayan: Tevfik Efe Aydin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PROBLEM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Tekrar Eden Ticket Yuku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Ticketlarin buyuk kismi standart ve tekrar eden taleplerdir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Ornek: mail eki tasima, yazici sorunu, VPN, disk dolu, program kontrolu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Her ticket: oku - anla - kontrol et - islemi yap - cevap yaz - kapat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Bu dongu zaman alir ve otomasyona cok uygundur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Bilgi islem personelinin gununun onemli bir kismi bu tur basit ama tekrar eden ticketlarla geciyor. Sorumuz: bu surecin ne kadarini yapay zeka guvenli sekilde ustlenebilir?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Uygulamayi ac -&gt; sol paneldeki Ticket dropdown'i goster (8 ornek ticket).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COZUM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AI Agent + Ticket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Agent ticketi okur ve niyetini (intent) anlar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Kategori ve risk seviyesini belirler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Eksik bilgi varsa clarification sorusu uretir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Uygun tool'u secer, guvenliyse islemi yapar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Cevap taslagi uretir, audit log tutar, ticket'i kapatir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Bu bir sohbet botu degil, gercek bir IT ticket otomasyon prototipi. Agent ticketi bastan sona bir helpdesk uzmani gibi ele aliyor ve ancak guvenliyse aksiyon aliyor.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TCK-001 sec -&gt; sol panelde Analyze / Run / Reply / Close / Reset butonlari.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KAVRAM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MCP ve Tool Calling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MCP: AI'nin dis araclara standart sozlesme ile eristigi mimari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Bu demoda gercek MCP server yok - MCP mantigi simule edildi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Her tool ayri fonksiyon, standart girdi/cikti sozlesmesi var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sinirsiz erisemez; yalnizca tanimli tool'lari cagirir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Ornek: search_mailbox, copy_attachment_to_desktop, check_mock_erp_order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MCP, yapay zeka ile araclar arasindaki koprudur. Kritik ilke: AI dogrudan dosya sistemine veya sunuculara erisemez; sadece bizim tanimladigimiz sinirli ve guvenli tool'lari cagirabilir.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TCK-001 -&gt; Analyze Ticket -&gt; AI Analysis'te 'Selected Tool' alanini goster.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MIMARI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Sistem Mimarisi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Streamlit UI -&gt; kullanici arayuzu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Agent -&gt; Ollama (varsa) veya rule-based fallback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Risk Engine -&gt; Low / Medium / High kararlari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MCP Tools (11 adet) + Response Generator + Audit Logger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Veri: data/*.json + fake ortam: demo_environment/*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Mimari modulerdir; her katmanin tek sorumlulugu var. En onemli detay: AI ne siniflandirirsa siniflandirsin, risk karari her zaman bagimsiz Risk Engine tarafindan yeniden dogrulanir.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AI Analysis bolumunu tam goster: Category, Intent, Risk Level, Confidence, Reasoning Summary.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ANA VURGU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Guvenlik: Kontrollu Yetenek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RISK: HIGH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Gercek sirket verisi kullanilmadi (mail, SAP/ERP, PC yok)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Demo tamamen local ve guvenli - her sey fake klasorlerde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sistemlere sinirsiz erisemez, sadece tanimli tool'lari kullanir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Riskli islemler otomatik yapilmaz: High = blocked, Medium = onay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Dosya silme tool'u hic yazilmadi; her islem loglanir (Audit Log)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Bu slayt projenin kalbi. AI agent'larla ilgili en buyuk endise kontrolsuz erisim. Biz bunu tasarimla cozduk: yuksek riskli hicbir islem otomatik calismaz, dosya silme yetenegi hic yok. Mesele guc vermek degil, kontrollu guc vermek.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TCK-008 (admin yetkisi) -&gt; Analyze -&gt; Run Safe Action -&gt; Blocked uyarisini goster.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DEMO 1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Mail Eki -&gt; Masaustu (Basari)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RISK: 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TCK-001: 'Maildeki rapor dosyasini masaustume tasir misiniz?'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Kategori: Mail Attachment Transfer, risk: 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Tool: copy_attachment_to_desktop -&gt; rapor.xlsx kopyalanir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Turkce cevap taslagi uretilir, ticket Resolved olur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Islem Audit Log'a yazilir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Uctan uca basarili bir akis. Dikkat: dosya gercekten fake masaustu klasorune kopyalaniyor, cevap otomatik uretiliyor, ticket kapaniyor ve hepsi loglaniyor.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TCK-001 -&gt; Analyze -&gt; Run Safe Action -&gt; Generate Reply -&gt; Close Ticket. Demo Environment Preview'da dosyanin masaustunde belirdigini goster.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DEMO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AI Ne Zaman DURUR?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0" y="411480"/>
            <a:ext cx="17373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RISK: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TCK-002: coklu ekli dosya -&gt; AI islem yapmaz, soru sorar (clarification)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TCK-004: ERP uretim emri -&gt; read-only okuma (Mock ERP)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TCK-003 / TCK-005: Medium risk -&gt; 'Approval recommended'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belirsizlikte aksiyon almaz, once netlestirme ister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Read-only islemler guvenlidir ama yine de loglanir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Iyi bir agent, ne zaman duracagini bilen agent'tir. TCK-002'de AI tahmin yurutmuyor, kullaniciya soruyor. TCK-004'te sadece okuyor, hicbir sey degistirmiyor. Bu guvenli otomasyonun temel ilkesi.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TCK-002 -&gt; Analyze -&gt; Run (clarification cikar). Sonra TCK-004 -&gt; Analyze -&gt; Run (Mock ERP status: 100234 = Open).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TEKNIK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Her Ortamda Calisan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AI motoru: Ollama local model (varsa) - ornek qwen3:8b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Model yoksa rule-based fallback devreye girer -&gt; demo bozulmaz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Kod moduler: her fonksiyonun tek sorumlulugu var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Hatalar try/except ile yakalanir, yollar pathlib ile yonetilir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Tek komutla calisir: streamlit run app.py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Sunum ortaminda internet ya da GPU olmayabilir. Bu yuzden sistemi iki modlu tasarladim: Ollama varsa gercek LLM, yoksa kural tabanli mod. Demo her ortamda ayni sekilde calisiyor.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Sayfa ustundeki AI Motoru rozetini goster. Reset Demo Data ile demoyu sifirla.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13716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"/>
            <a:ext cx="1828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>
                <a:solidFill>
                  <a:srgbClr val="2DD4BF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"/>
            <a:ext cx="98755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GELECEK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Konsepten Gercek Sisteme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67665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Ticket sistemi: Jira / ServiceNow / OTRS entegrasyonu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Mail: Microsoft Graph API ile gercek attachment okuma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Endpoint Automation: Intune / SCCM ile cihaz islemleri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SAP / ERP: read-only API entegrasyonu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48F86"/>
                </a:solidFill>
                <a:latin typeface="Calibri"/>
              </a:rPr>
              <a:t>•  </a:t>
            </a:r>
            <a:r>
              <a:rPr sz="1500" b="0">
                <a:solidFill>
                  <a:srgbClr val="1A222E"/>
                </a:solidFill>
                <a:latin typeface="Calibri"/>
              </a:rPr>
              <a:t>Role-based authorization, human approval, SIEM, KPI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1691640"/>
            <a:ext cx="41148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691640"/>
            <a:ext cx="4114800" cy="73152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KONUSMA NOTU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566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00" b="0">
                <a:solidFill>
                  <a:srgbClr val="5B6B7E"/>
                </a:solidFill>
                <a:latin typeface="Calibri"/>
              </a:rPr>
              <a:t>Bu bir konsept prototipi; amac fikri ve guvenlik mimarisini gostermek. Ayni yapi gelecekte gercek ticket sistemi, Graph, Intune/SCCM ve SAP/ERP ile entegre edilebilir; cunku tool tabanli mimari tam da bunun icin tasarlandi. Tesekkurler.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892040"/>
            <a:ext cx="3566160" cy="18288"/>
          </a:xfrm>
          <a:prstGeom prst="rect">
            <a:avLst/>
          </a:prstGeom>
          <a:solidFill>
            <a:srgbClr val="DD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5029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148F86"/>
                </a:solidFill>
                <a:latin typeface="Calibri"/>
              </a:rPr>
              <a:t>DEMO EKRANI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5394960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A222E"/>
                </a:solidFill>
                <a:latin typeface="Calibri"/>
              </a:rPr>
              <a:t>Kapanis. Soru-cevapta merak edilen ticket'i canli gosterebilirsin.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